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A39C4-6744-4373-A8A3-F010039CF648}" v="7" dt="2026-06-29T00:19:29.176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SANTOS DE OLIVEIRA" userId="8d16246d-5d23-4757-a1db-4e8c0d0f8828" providerId="ADAL" clId="{AD559803-29BB-4198-B1F9-C23A4EF9FA44}"/>
    <pc:docChg chg="custSel modSld">
      <pc:chgData name="MIGUEL SANTOS DE OLIVEIRA" userId="8d16246d-5d23-4757-a1db-4e8c0d0f8828" providerId="ADAL" clId="{AD559803-29BB-4198-B1F9-C23A4EF9FA44}" dt="2026-06-29T14:42:48.884" v="0" actId="20577"/>
      <pc:docMkLst>
        <pc:docMk/>
      </pc:docMkLst>
      <pc:sldChg chg="modSp mod">
        <pc:chgData name="MIGUEL SANTOS DE OLIVEIRA" userId="8d16246d-5d23-4757-a1db-4e8c0d0f8828" providerId="ADAL" clId="{AD559803-29BB-4198-B1F9-C23A4EF9FA44}" dt="2026-06-29T14:42:48.884" v="0" actId="20577"/>
        <pc:sldMkLst>
          <pc:docMk/>
          <pc:sldMk cId="1844253624" sldId="258"/>
        </pc:sldMkLst>
        <pc:graphicFrameChg chg="modGraphic">
          <ac:chgData name="MIGUEL SANTOS DE OLIVEIRA" userId="8d16246d-5d23-4757-a1db-4e8c0d0f8828" providerId="ADAL" clId="{AD559803-29BB-4198-B1F9-C23A4EF9FA44}" dt="2026-06-29T14:42:48.884" v="0" actId="20577"/>
          <ac:graphicFrameMkLst>
            <pc:docMk/>
            <pc:sldMk cId="1844253624" sldId="258"/>
            <ac:graphicFrameMk id="5" creationId="{F4A31160-0440-3C9C-A6DB-ED1CAFB32E03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888CD8-7972-4036-8F28-611D76C310E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E2E891-7EE1-4FE4-B2B6-1CD617195B2D}">
      <dgm:prSet/>
      <dgm:spPr/>
      <dgm:t>
        <a:bodyPr/>
        <a:lstStyle/>
        <a:p>
          <a:r>
            <a:rPr lang="en-US" b="1"/>
            <a:t>Pessoa:</a:t>
          </a:r>
          <a:endParaRPr lang="en-US"/>
        </a:p>
      </dgm:t>
    </dgm:pt>
    <dgm:pt modelId="{3D2615EE-75DC-4799-B0F6-0717F56FFC03}" type="parTrans" cxnId="{E5F64C83-80F0-4E3E-98F0-04DBC9BB2494}">
      <dgm:prSet/>
      <dgm:spPr/>
      <dgm:t>
        <a:bodyPr/>
        <a:lstStyle/>
        <a:p>
          <a:endParaRPr lang="en-US"/>
        </a:p>
      </dgm:t>
    </dgm:pt>
    <dgm:pt modelId="{1F9FC6D0-A972-44C0-9016-CE0EB2A97BB0}" type="sibTrans" cxnId="{E5F64C83-80F0-4E3E-98F0-04DBC9BB2494}">
      <dgm:prSet/>
      <dgm:spPr/>
      <dgm:t>
        <a:bodyPr/>
        <a:lstStyle/>
        <a:p>
          <a:endParaRPr lang="en-US"/>
        </a:p>
      </dgm:t>
    </dgm:pt>
    <dgm:pt modelId="{209B07AD-9559-451E-9460-77D1360D34FD}">
      <dgm:prSet/>
      <dgm:spPr/>
      <dgm:t>
        <a:bodyPr/>
        <a:lstStyle/>
        <a:p>
          <a:r>
            <a:rPr lang="pt-BR" b="1"/>
            <a:t>Quem </a:t>
          </a:r>
          <a:r>
            <a:rPr lang="pt-BR" b="1" dirty="0"/>
            <a:t>é:</a:t>
          </a:r>
          <a:r>
            <a:rPr lang="pt-BR" dirty="0"/>
            <a:t> A pessoa que utiliza os serviços da mecânica </a:t>
          </a:r>
          <a:r>
            <a:rPr lang="pt-BR" dirty="0" err="1"/>
            <a:t>CarMotors</a:t>
          </a:r>
          <a:r>
            <a:rPr lang="pt-BR" dirty="0"/>
            <a:t>.</a:t>
          </a:r>
          <a:br>
            <a:rPr lang="pt-BR" dirty="0"/>
          </a:br>
          <a:r>
            <a:rPr lang="pt-BR" b="1" dirty="0"/>
            <a:t>O que representa:</a:t>
          </a:r>
          <a:r>
            <a:rPr lang="pt-BR" dirty="0"/>
            <a:t> O responsável pelo veículo e pelo pagamento dos serviços.</a:t>
          </a:r>
          <a:endParaRPr lang="en-US" dirty="0"/>
        </a:p>
      </dgm:t>
    </dgm:pt>
    <dgm:pt modelId="{0A523FC3-A399-4C9F-B64A-ED4C2EAB4319}" type="parTrans" cxnId="{478979CC-22CF-4B5F-820D-AC724FC38676}">
      <dgm:prSet/>
      <dgm:spPr/>
      <dgm:t>
        <a:bodyPr/>
        <a:lstStyle/>
        <a:p>
          <a:endParaRPr lang="en-US"/>
        </a:p>
      </dgm:t>
    </dgm:pt>
    <dgm:pt modelId="{C2776301-94F2-4BE0-A949-D0081D1E13D9}" type="sibTrans" cxnId="{478979CC-22CF-4B5F-820D-AC724FC38676}">
      <dgm:prSet/>
      <dgm:spPr/>
      <dgm:t>
        <a:bodyPr/>
        <a:lstStyle/>
        <a:p>
          <a:endParaRPr lang="en-US"/>
        </a:p>
      </dgm:t>
    </dgm:pt>
    <dgm:pt modelId="{9E76460D-DB0A-4206-B1F2-9351A6EA0825}">
      <dgm:prSet/>
      <dgm:spPr/>
      <dgm:t>
        <a:bodyPr/>
        <a:lstStyle/>
        <a:p>
          <a:r>
            <a:rPr lang="en-US" b="1"/>
            <a:t>Item</a:t>
          </a:r>
          <a:r>
            <a:rPr lang="en-US"/>
            <a:t>:</a:t>
          </a:r>
        </a:p>
      </dgm:t>
    </dgm:pt>
    <dgm:pt modelId="{B5F69B57-E624-485B-89BA-02997D6C6EE8}" type="parTrans" cxnId="{E3B86D30-02E9-4FE0-A7CF-D36DAC0D4AD5}">
      <dgm:prSet/>
      <dgm:spPr/>
      <dgm:t>
        <a:bodyPr/>
        <a:lstStyle/>
        <a:p>
          <a:endParaRPr lang="en-US"/>
        </a:p>
      </dgm:t>
    </dgm:pt>
    <dgm:pt modelId="{DAD0F293-1D13-49C6-8D06-D1014BF50D7E}" type="sibTrans" cxnId="{E3B86D30-02E9-4FE0-A7CF-D36DAC0D4AD5}">
      <dgm:prSet/>
      <dgm:spPr/>
      <dgm:t>
        <a:bodyPr/>
        <a:lstStyle/>
        <a:p>
          <a:endParaRPr lang="en-US"/>
        </a:p>
      </dgm:t>
    </dgm:pt>
    <dgm:pt modelId="{A78B7554-BADC-4C4E-B478-373233BF5247}">
      <dgm:prSet/>
      <dgm:spPr/>
      <dgm:t>
        <a:bodyPr/>
        <a:lstStyle/>
        <a:p>
          <a:r>
            <a:rPr lang="pt-BR" b="1"/>
            <a:t>O que é:</a:t>
          </a:r>
          <a:r>
            <a:rPr lang="pt-BR"/>
            <a:t> Um objeto ou recurso utilizado pela oficina.</a:t>
          </a:r>
          <a:br>
            <a:rPr lang="pt-BR"/>
          </a:br>
          <a:r>
            <a:rPr lang="pt-BR" b="1"/>
            <a:t>O que representa:</a:t>
          </a:r>
          <a:r>
            <a:rPr lang="pt-BR"/>
            <a:t> Uma peça, produto ou serviço que pode ser usado ou registrado no sistema.</a:t>
          </a:r>
          <a:endParaRPr lang="en-US"/>
        </a:p>
      </dgm:t>
    </dgm:pt>
    <dgm:pt modelId="{24760C9B-1AA6-4009-8E82-8C95C596DC45}" type="parTrans" cxnId="{205B6AF7-E7F0-4660-86DD-3F4181D4E6BA}">
      <dgm:prSet/>
      <dgm:spPr/>
      <dgm:t>
        <a:bodyPr/>
        <a:lstStyle/>
        <a:p>
          <a:endParaRPr lang="en-US"/>
        </a:p>
      </dgm:t>
    </dgm:pt>
    <dgm:pt modelId="{82C2EF39-576F-4AEB-B39F-0C35CD65C7A7}" type="sibTrans" cxnId="{205B6AF7-E7F0-4660-86DD-3F4181D4E6BA}">
      <dgm:prSet/>
      <dgm:spPr/>
      <dgm:t>
        <a:bodyPr/>
        <a:lstStyle/>
        <a:p>
          <a:endParaRPr lang="en-US"/>
        </a:p>
      </dgm:t>
    </dgm:pt>
    <dgm:pt modelId="{D28399C6-EF66-47F1-9CA8-15E88D4C7EFC}">
      <dgm:prSet/>
      <dgm:spPr/>
      <dgm:t>
        <a:bodyPr/>
        <a:lstStyle/>
        <a:p>
          <a:r>
            <a:rPr lang="en-US" b="1"/>
            <a:t>Registro: </a:t>
          </a:r>
          <a:endParaRPr lang="en-US"/>
        </a:p>
      </dgm:t>
    </dgm:pt>
    <dgm:pt modelId="{FAB4B86C-36F4-497D-9F5B-C8A70DB0859F}" type="parTrans" cxnId="{96E76AD7-E271-46FE-9102-1BC8372304AB}">
      <dgm:prSet/>
      <dgm:spPr/>
      <dgm:t>
        <a:bodyPr/>
        <a:lstStyle/>
        <a:p>
          <a:endParaRPr lang="en-US"/>
        </a:p>
      </dgm:t>
    </dgm:pt>
    <dgm:pt modelId="{75BBEA58-E493-41D5-A0F5-0E5CE7DB6457}" type="sibTrans" cxnId="{96E76AD7-E271-46FE-9102-1BC8372304AB}">
      <dgm:prSet/>
      <dgm:spPr/>
      <dgm:t>
        <a:bodyPr/>
        <a:lstStyle/>
        <a:p>
          <a:endParaRPr lang="en-US"/>
        </a:p>
      </dgm:t>
    </dgm:pt>
    <dgm:pt modelId="{F2D7AB60-D53B-40CD-8A46-4138B6D409E3}">
      <dgm:prSet/>
      <dgm:spPr/>
      <dgm:t>
        <a:bodyPr/>
        <a:lstStyle/>
        <a:p>
          <a:r>
            <a:rPr lang="pt-BR" b="1"/>
            <a:t>O que é:</a:t>
          </a:r>
          <a:r>
            <a:rPr lang="pt-BR"/>
            <a:t> Uma informação armazenada no sistema.</a:t>
          </a:r>
          <a:br>
            <a:rPr lang="pt-BR"/>
          </a:br>
          <a:r>
            <a:rPr lang="pt-BR" b="1"/>
            <a:t>O que representa:</a:t>
          </a:r>
          <a:r>
            <a:rPr lang="pt-BR"/>
            <a:t> Um dado específico cadastrado, como um cliente, um veículo ou uma ordem de serviço.</a:t>
          </a:r>
          <a:endParaRPr lang="en-US"/>
        </a:p>
      </dgm:t>
    </dgm:pt>
    <dgm:pt modelId="{10CB1AF6-9904-420C-B878-1DD80D90EFD2}" type="parTrans" cxnId="{25669C71-3266-4849-BCBA-C0D56DFF0CCF}">
      <dgm:prSet/>
      <dgm:spPr/>
      <dgm:t>
        <a:bodyPr/>
        <a:lstStyle/>
        <a:p>
          <a:endParaRPr lang="en-US"/>
        </a:p>
      </dgm:t>
    </dgm:pt>
    <dgm:pt modelId="{43915E2A-78EC-4958-B3E6-92817E4A518A}" type="sibTrans" cxnId="{25669C71-3266-4849-BCBA-C0D56DFF0CCF}">
      <dgm:prSet/>
      <dgm:spPr/>
      <dgm:t>
        <a:bodyPr/>
        <a:lstStyle/>
        <a:p>
          <a:endParaRPr lang="en-US"/>
        </a:p>
      </dgm:t>
    </dgm:pt>
    <dgm:pt modelId="{4A793F10-C007-436A-ACAC-BB736EA1F33A}" type="pres">
      <dgm:prSet presAssocID="{28888CD8-7972-4036-8F28-611D76C310EC}" presName="root" presStyleCnt="0">
        <dgm:presLayoutVars>
          <dgm:dir/>
          <dgm:resizeHandles val="exact"/>
        </dgm:presLayoutVars>
      </dgm:prSet>
      <dgm:spPr/>
    </dgm:pt>
    <dgm:pt modelId="{259047DD-CD0B-416D-B0E5-014B66CDC52A}" type="pres">
      <dgm:prSet presAssocID="{B5E2E891-7EE1-4FE4-B2B6-1CD617195B2D}" presName="compNode" presStyleCnt="0"/>
      <dgm:spPr/>
    </dgm:pt>
    <dgm:pt modelId="{74A02946-1CE0-41C2-8076-0348F64ECB64}" type="pres">
      <dgm:prSet presAssocID="{B5E2E891-7EE1-4FE4-B2B6-1CD617195B2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80D93F62-15B6-484B-BDF7-EA41BD9C04A7}" type="pres">
      <dgm:prSet presAssocID="{B5E2E891-7EE1-4FE4-B2B6-1CD617195B2D}" presName="spaceRect" presStyleCnt="0"/>
      <dgm:spPr/>
    </dgm:pt>
    <dgm:pt modelId="{DCEC2D34-19D4-4F92-9443-68A9F9A46657}" type="pres">
      <dgm:prSet presAssocID="{B5E2E891-7EE1-4FE4-B2B6-1CD617195B2D}" presName="textRect" presStyleLbl="revTx" presStyleIdx="0" presStyleCnt="6">
        <dgm:presLayoutVars>
          <dgm:chMax val="1"/>
          <dgm:chPref val="1"/>
        </dgm:presLayoutVars>
      </dgm:prSet>
      <dgm:spPr/>
    </dgm:pt>
    <dgm:pt modelId="{70D52158-0D86-4ACC-9A8A-2C23637110FF}" type="pres">
      <dgm:prSet presAssocID="{1F9FC6D0-A972-44C0-9016-CE0EB2A97BB0}" presName="sibTrans" presStyleCnt="0"/>
      <dgm:spPr/>
    </dgm:pt>
    <dgm:pt modelId="{FA4E2F96-9BC1-42A5-8BB7-5981F83E7386}" type="pres">
      <dgm:prSet presAssocID="{209B07AD-9559-451E-9460-77D1360D34FD}" presName="compNode" presStyleCnt="0"/>
      <dgm:spPr/>
    </dgm:pt>
    <dgm:pt modelId="{4BBFD69C-33E6-4587-980F-1E04BF10ECBE}" type="pres">
      <dgm:prSet presAssocID="{209B07AD-9559-451E-9460-77D1360D34F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dador"/>
        </a:ext>
      </dgm:extLst>
    </dgm:pt>
    <dgm:pt modelId="{246A1DB7-4820-4CCB-B68E-DD959F34BFBB}" type="pres">
      <dgm:prSet presAssocID="{209B07AD-9559-451E-9460-77D1360D34FD}" presName="spaceRect" presStyleCnt="0"/>
      <dgm:spPr/>
    </dgm:pt>
    <dgm:pt modelId="{FDFA6409-2302-4685-8C06-05ED9410CA19}" type="pres">
      <dgm:prSet presAssocID="{209B07AD-9559-451E-9460-77D1360D34FD}" presName="textRect" presStyleLbl="revTx" presStyleIdx="1" presStyleCnt="6">
        <dgm:presLayoutVars>
          <dgm:chMax val="1"/>
          <dgm:chPref val="1"/>
        </dgm:presLayoutVars>
      </dgm:prSet>
      <dgm:spPr/>
    </dgm:pt>
    <dgm:pt modelId="{70B4C2CC-9A44-4CC8-8488-C874D22FEB52}" type="pres">
      <dgm:prSet presAssocID="{C2776301-94F2-4BE0-A949-D0081D1E13D9}" presName="sibTrans" presStyleCnt="0"/>
      <dgm:spPr/>
    </dgm:pt>
    <dgm:pt modelId="{E7186D9B-790D-4B5B-A240-C3B3B33CBB0D}" type="pres">
      <dgm:prSet presAssocID="{9E76460D-DB0A-4206-B1F2-9351A6EA0825}" presName="compNode" presStyleCnt="0"/>
      <dgm:spPr/>
    </dgm:pt>
    <dgm:pt modelId="{4BE366EC-172E-4159-8A38-A3EA69A931BF}" type="pres">
      <dgm:prSet presAssocID="{9E76460D-DB0A-4206-B1F2-9351A6EA0825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e"/>
        </a:ext>
      </dgm:extLst>
    </dgm:pt>
    <dgm:pt modelId="{9A147DE8-AAA0-4763-B62D-FA441DBDB9B5}" type="pres">
      <dgm:prSet presAssocID="{9E76460D-DB0A-4206-B1F2-9351A6EA0825}" presName="spaceRect" presStyleCnt="0"/>
      <dgm:spPr/>
    </dgm:pt>
    <dgm:pt modelId="{E85F14A3-CB4A-404A-889B-5F3839C20D7F}" type="pres">
      <dgm:prSet presAssocID="{9E76460D-DB0A-4206-B1F2-9351A6EA0825}" presName="textRect" presStyleLbl="revTx" presStyleIdx="2" presStyleCnt="6">
        <dgm:presLayoutVars>
          <dgm:chMax val="1"/>
          <dgm:chPref val="1"/>
        </dgm:presLayoutVars>
      </dgm:prSet>
      <dgm:spPr/>
    </dgm:pt>
    <dgm:pt modelId="{E2066391-78E5-4BB2-A41C-7CA68D3F2412}" type="pres">
      <dgm:prSet presAssocID="{DAD0F293-1D13-49C6-8D06-D1014BF50D7E}" presName="sibTrans" presStyleCnt="0"/>
      <dgm:spPr/>
    </dgm:pt>
    <dgm:pt modelId="{3573D30D-B071-4E6E-BAF8-F72FD329DA17}" type="pres">
      <dgm:prSet presAssocID="{A78B7554-BADC-4C4E-B478-373233BF5247}" presName="compNode" presStyleCnt="0"/>
      <dgm:spPr/>
    </dgm:pt>
    <dgm:pt modelId="{F2B08972-1E3F-46AA-9429-330783FF6D14}" type="pres">
      <dgm:prSet presAssocID="{A78B7554-BADC-4C4E-B478-373233BF5247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5BBFEA0-947D-446B-8F03-4D92667461F0}" type="pres">
      <dgm:prSet presAssocID="{A78B7554-BADC-4C4E-B478-373233BF5247}" presName="spaceRect" presStyleCnt="0"/>
      <dgm:spPr/>
    </dgm:pt>
    <dgm:pt modelId="{D59D4040-C4BA-4BD4-A494-2AF0995EE01A}" type="pres">
      <dgm:prSet presAssocID="{A78B7554-BADC-4C4E-B478-373233BF5247}" presName="textRect" presStyleLbl="revTx" presStyleIdx="3" presStyleCnt="6">
        <dgm:presLayoutVars>
          <dgm:chMax val="1"/>
          <dgm:chPref val="1"/>
        </dgm:presLayoutVars>
      </dgm:prSet>
      <dgm:spPr/>
    </dgm:pt>
    <dgm:pt modelId="{63573883-679E-4F62-B0DC-E8CDFC3F8443}" type="pres">
      <dgm:prSet presAssocID="{82C2EF39-576F-4AEB-B39F-0C35CD65C7A7}" presName="sibTrans" presStyleCnt="0"/>
      <dgm:spPr/>
    </dgm:pt>
    <dgm:pt modelId="{020958CF-C635-4093-8795-290EDACDE264}" type="pres">
      <dgm:prSet presAssocID="{D28399C6-EF66-47F1-9CA8-15E88D4C7EFC}" presName="compNode" presStyleCnt="0"/>
      <dgm:spPr/>
    </dgm:pt>
    <dgm:pt modelId="{BB41F43C-9820-495B-9793-62EF8EEC9DD6}" type="pres">
      <dgm:prSet presAssocID="{D28399C6-EF66-47F1-9CA8-15E88D4C7EF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612451F7-3C9D-4C93-8C6C-2397994095DD}" type="pres">
      <dgm:prSet presAssocID="{D28399C6-EF66-47F1-9CA8-15E88D4C7EFC}" presName="spaceRect" presStyleCnt="0"/>
      <dgm:spPr/>
    </dgm:pt>
    <dgm:pt modelId="{39A0FD78-1F36-4566-9FD2-7A7BAA21CA02}" type="pres">
      <dgm:prSet presAssocID="{D28399C6-EF66-47F1-9CA8-15E88D4C7EFC}" presName="textRect" presStyleLbl="revTx" presStyleIdx="4" presStyleCnt="6">
        <dgm:presLayoutVars>
          <dgm:chMax val="1"/>
          <dgm:chPref val="1"/>
        </dgm:presLayoutVars>
      </dgm:prSet>
      <dgm:spPr/>
    </dgm:pt>
    <dgm:pt modelId="{2DCA7C17-AC51-49F4-9FC2-8A5A56C461A9}" type="pres">
      <dgm:prSet presAssocID="{75BBEA58-E493-41D5-A0F5-0E5CE7DB6457}" presName="sibTrans" presStyleCnt="0"/>
      <dgm:spPr/>
    </dgm:pt>
    <dgm:pt modelId="{989139F8-5338-4ACE-B4EE-04E291F43CCB}" type="pres">
      <dgm:prSet presAssocID="{F2D7AB60-D53B-40CD-8A46-4138B6D409E3}" presName="compNode" presStyleCnt="0"/>
      <dgm:spPr/>
    </dgm:pt>
    <dgm:pt modelId="{807989D0-9BED-4E1A-92A6-37DBBA639E36}" type="pres">
      <dgm:prSet presAssocID="{F2D7AB60-D53B-40CD-8A46-4138B6D409E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01C96F2A-176D-43A8-96DB-70A75AC5C55D}" type="pres">
      <dgm:prSet presAssocID="{F2D7AB60-D53B-40CD-8A46-4138B6D409E3}" presName="spaceRect" presStyleCnt="0"/>
      <dgm:spPr/>
    </dgm:pt>
    <dgm:pt modelId="{473E1A99-48E3-4416-A923-85B4FD72CF34}" type="pres">
      <dgm:prSet presAssocID="{F2D7AB60-D53B-40CD-8A46-4138B6D409E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969AC15-D3DD-4007-BE87-08FB3656121E}" type="presOf" srcId="{D28399C6-EF66-47F1-9CA8-15E88D4C7EFC}" destId="{39A0FD78-1F36-4566-9FD2-7A7BAA21CA02}" srcOrd="0" destOrd="0" presId="urn:microsoft.com/office/officeart/2018/2/layout/IconLabelList"/>
    <dgm:cxn modelId="{10F85F22-3ABD-48AC-99CF-DF49EE7D8BF0}" type="presOf" srcId="{209B07AD-9559-451E-9460-77D1360D34FD}" destId="{FDFA6409-2302-4685-8C06-05ED9410CA19}" srcOrd="0" destOrd="0" presId="urn:microsoft.com/office/officeart/2018/2/layout/IconLabelList"/>
    <dgm:cxn modelId="{55609E27-40FF-4746-8621-1A3C811AED0D}" type="presOf" srcId="{9E76460D-DB0A-4206-B1F2-9351A6EA0825}" destId="{E85F14A3-CB4A-404A-889B-5F3839C20D7F}" srcOrd="0" destOrd="0" presId="urn:microsoft.com/office/officeart/2018/2/layout/IconLabelList"/>
    <dgm:cxn modelId="{E3B86D30-02E9-4FE0-A7CF-D36DAC0D4AD5}" srcId="{28888CD8-7972-4036-8F28-611D76C310EC}" destId="{9E76460D-DB0A-4206-B1F2-9351A6EA0825}" srcOrd="2" destOrd="0" parTransId="{B5F69B57-E624-485B-89BA-02997D6C6EE8}" sibTransId="{DAD0F293-1D13-49C6-8D06-D1014BF50D7E}"/>
    <dgm:cxn modelId="{4CC4BB39-4409-42B7-96F9-673E184D1839}" type="presOf" srcId="{28888CD8-7972-4036-8F28-611D76C310EC}" destId="{4A793F10-C007-436A-ACAC-BB736EA1F33A}" srcOrd="0" destOrd="0" presId="urn:microsoft.com/office/officeart/2018/2/layout/IconLabelList"/>
    <dgm:cxn modelId="{ED6B6169-EA0C-4E68-96B3-E93FD2442E92}" type="presOf" srcId="{A78B7554-BADC-4C4E-B478-373233BF5247}" destId="{D59D4040-C4BA-4BD4-A494-2AF0995EE01A}" srcOrd="0" destOrd="0" presId="urn:microsoft.com/office/officeart/2018/2/layout/IconLabelList"/>
    <dgm:cxn modelId="{25669C71-3266-4849-BCBA-C0D56DFF0CCF}" srcId="{28888CD8-7972-4036-8F28-611D76C310EC}" destId="{F2D7AB60-D53B-40CD-8A46-4138B6D409E3}" srcOrd="5" destOrd="0" parTransId="{10CB1AF6-9904-420C-B878-1DD80D90EFD2}" sibTransId="{43915E2A-78EC-4958-B3E6-92817E4A518A}"/>
    <dgm:cxn modelId="{411B4D77-3CCB-48D4-AF51-0AA05ADA2F9E}" type="presOf" srcId="{B5E2E891-7EE1-4FE4-B2B6-1CD617195B2D}" destId="{DCEC2D34-19D4-4F92-9443-68A9F9A46657}" srcOrd="0" destOrd="0" presId="urn:microsoft.com/office/officeart/2018/2/layout/IconLabelList"/>
    <dgm:cxn modelId="{E5F64C83-80F0-4E3E-98F0-04DBC9BB2494}" srcId="{28888CD8-7972-4036-8F28-611D76C310EC}" destId="{B5E2E891-7EE1-4FE4-B2B6-1CD617195B2D}" srcOrd="0" destOrd="0" parTransId="{3D2615EE-75DC-4799-B0F6-0717F56FFC03}" sibTransId="{1F9FC6D0-A972-44C0-9016-CE0EB2A97BB0}"/>
    <dgm:cxn modelId="{33ACC2A7-45A7-4E99-B8FF-37A545571C32}" type="presOf" srcId="{F2D7AB60-D53B-40CD-8A46-4138B6D409E3}" destId="{473E1A99-48E3-4416-A923-85B4FD72CF34}" srcOrd="0" destOrd="0" presId="urn:microsoft.com/office/officeart/2018/2/layout/IconLabelList"/>
    <dgm:cxn modelId="{478979CC-22CF-4B5F-820D-AC724FC38676}" srcId="{28888CD8-7972-4036-8F28-611D76C310EC}" destId="{209B07AD-9559-451E-9460-77D1360D34FD}" srcOrd="1" destOrd="0" parTransId="{0A523FC3-A399-4C9F-B64A-ED4C2EAB4319}" sibTransId="{C2776301-94F2-4BE0-A949-D0081D1E13D9}"/>
    <dgm:cxn modelId="{96E76AD7-E271-46FE-9102-1BC8372304AB}" srcId="{28888CD8-7972-4036-8F28-611D76C310EC}" destId="{D28399C6-EF66-47F1-9CA8-15E88D4C7EFC}" srcOrd="4" destOrd="0" parTransId="{FAB4B86C-36F4-497D-9F5B-C8A70DB0859F}" sibTransId="{75BBEA58-E493-41D5-A0F5-0E5CE7DB6457}"/>
    <dgm:cxn modelId="{205B6AF7-E7F0-4660-86DD-3F4181D4E6BA}" srcId="{28888CD8-7972-4036-8F28-611D76C310EC}" destId="{A78B7554-BADC-4C4E-B478-373233BF5247}" srcOrd="3" destOrd="0" parTransId="{24760C9B-1AA6-4009-8E82-8C95C596DC45}" sibTransId="{82C2EF39-576F-4AEB-B39F-0C35CD65C7A7}"/>
    <dgm:cxn modelId="{7E180578-0ED7-43B3-BE82-B8D8E404F75B}" type="presParOf" srcId="{4A793F10-C007-436A-ACAC-BB736EA1F33A}" destId="{259047DD-CD0B-416D-B0E5-014B66CDC52A}" srcOrd="0" destOrd="0" presId="urn:microsoft.com/office/officeart/2018/2/layout/IconLabelList"/>
    <dgm:cxn modelId="{DB8CEF4A-9C4B-41A9-A0B6-98A555ED5082}" type="presParOf" srcId="{259047DD-CD0B-416D-B0E5-014B66CDC52A}" destId="{74A02946-1CE0-41C2-8076-0348F64ECB64}" srcOrd="0" destOrd="0" presId="urn:microsoft.com/office/officeart/2018/2/layout/IconLabelList"/>
    <dgm:cxn modelId="{76738B4B-3EAC-461B-9590-454FE0283121}" type="presParOf" srcId="{259047DD-CD0B-416D-B0E5-014B66CDC52A}" destId="{80D93F62-15B6-484B-BDF7-EA41BD9C04A7}" srcOrd="1" destOrd="0" presId="urn:microsoft.com/office/officeart/2018/2/layout/IconLabelList"/>
    <dgm:cxn modelId="{842DE9E4-7D18-45B3-A49D-B63CCDF9DE15}" type="presParOf" srcId="{259047DD-CD0B-416D-B0E5-014B66CDC52A}" destId="{DCEC2D34-19D4-4F92-9443-68A9F9A46657}" srcOrd="2" destOrd="0" presId="urn:microsoft.com/office/officeart/2018/2/layout/IconLabelList"/>
    <dgm:cxn modelId="{067C74C7-C6E3-46D6-BB95-12A751115A5D}" type="presParOf" srcId="{4A793F10-C007-436A-ACAC-BB736EA1F33A}" destId="{70D52158-0D86-4ACC-9A8A-2C23637110FF}" srcOrd="1" destOrd="0" presId="urn:microsoft.com/office/officeart/2018/2/layout/IconLabelList"/>
    <dgm:cxn modelId="{CF3CF571-AA0A-4967-9A66-DA92ADEFB2FF}" type="presParOf" srcId="{4A793F10-C007-436A-ACAC-BB736EA1F33A}" destId="{FA4E2F96-9BC1-42A5-8BB7-5981F83E7386}" srcOrd="2" destOrd="0" presId="urn:microsoft.com/office/officeart/2018/2/layout/IconLabelList"/>
    <dgm:cxn modelId="{0416F1EC-428A-4A06-9DCC-7C297CEB96D4}" type="presParOf" srcId="{FA4E2F96-9BC1-42A5-8BB7-5981F83E7386}" destId="{4BBFD69C-33E6-4587-980F-1E04BF10ECBE}" srcOrd="0" destOrd="0" presId="urn:microsoft.com/office/officeart/2018/2/layout/IconLabelList"/>
    <dgm:cxn modelId="{62A7ED27-ED16-4382-9238-89444B5C6C6F}" type="presParOf" srcId="{FA4E2F96-9BC1-42A5-8BB7-5981F83E7386}" destId="{246A1DB7-4820-4CCB-B68E-DD959F34BFBB}" srcOrd="1" destOrd="0" presId="urn:microsoft.com/office/officeart/2018/2/layout/IconLabelList"/>
    <dgm:cxn modelId="{EDEF4F64-3E88-4D8A-9E3A-DC1CA4765B47}" type="presParOf" srcId="{FA4E2F96-9BC1-42A5-8BB7-5981F83E7386}" destId="{FDFA6409-2302-4685-8C06-05ED9410CA19}" srcOrd="2" destOrd="0" presId="urn:microsoft.com/office/officeart/2018/2/layout/IconLabelList"/>
    <dgm:cxn modelId="{7B3DBB9E-A18D-4944-B6B4-DB9B9A61956F}" type="presParOf" srcId="{4A793F10-C007-436A-ACAC-BB736EA1F33A}" destId="{70B4C2CC-9A44-4CC8-8488-C874D22FEB52}" srcOrd="3" destOrd="0" presId="urn:microsoft.com/office/officeart/2018/2/layout/IconLabelList"/>
    <dgm:cxn modelId="{933EB0D5-C255-4D96-B823-CC07566E9598}" type="presParOf" srcId="{4A793F10-C007-436A-ACAC-BB736EA1F33A}" destId="{E7186D9B-790D-4B5B-A240-C3B3B33CBB0D}" srcOrd="4" destOrd="0" presId="urn:microsoft.com/office/officeart/2018/2/layout/IconLabelList"/>
    <dgm:cxn modelId="{4B854B49-D451-4EA2-94A3-5EE58CBB0C4B}" type="presParOf" srcId="{E7186D9B-790D-4B5B-A240-C3B3B33CBB0D}" destId="{4BE366EC-172E-4159-8A38-A3EA69A931BF}" srcOrd="0" destOrd="0" presId="urn:microsoft.com/office/officeart/2018/2/layout/IconLabelList"/>
    <dgm:cxn modelId="{6197C2D3-55AB-4C9B-898A-13E159A9B2FA}" type="presParOf" srcId="{E7186D9B-790D-4B5B-A240-C3B3B33CBB0D}" destId="{9A147DE8-AAA0-4763-B62D-FA441DBDB9B5}" srcOrd="1" destOrd="0" presId="urn:microsoft.com/office/officeart/2018/2/layout/IconLabelList"/>
    <dgm:cxn modelId="{6234B8EB-6186-4B42-AA59-954F13B432B1}" type="presParOf" srcId="{E7186D9B-790D-4B5B-A240-C3B3B33CBB0D}" destId="{E85F14A3-CB4A-404A-889B-5F3839C20D7F}" srcOrd="2" destOrd="0" presId="urn:microsoft.com/office/officeart/2018/2/layout/IconLabelList"/>
    <dgm:cxn modelId="{A96A0771-AA5A-41A7-BADC-E551F099A427}" type="presParOf" srcId="{4A793F10-C007-436A-ACAC-BB736EA1F33A}" destId="{E2066391-78E5-4BB2-A41C-7CA68D3F2412}" srcOrd="5" destOrd="0" presId="urn:microsoft.com/office/officeart/2018/2/layout/IconLabelList"/>
    <dgm:cxn modelId="{15097D48-F368-468C-B59A-EC38C6566D6E}" type="presParOf" srcId="{4A793F10-C007-436A-ACAC-BB736EA1F33A}" destId="{3573D30D-B071-4E6E-BAF8-F72FD329DA17}" srcOrd="6" destOrd="0" presId="urn:microsoft.com/office/officeart/2018/2/layout/IconLabelList"/>
    <dgm:cxn modelId="{704699E7-316B-465E-B9F2-802D31D0B769}" type="presParOf" srcId="{3573D30D-B071-4E6E-BAF8-F72FD329DA17}" destId="{F2B08972-1E3F-46AA-9429-330783FF6D14}" srcOrd="0" destOrd="0" presId="urn:microsoft.com/office/officeart/2018/2/layout/IconLabelList"/>
    <dgm:cxn modelId="{E6E28FFC-3140-4ECE-AADC-DA6607595CD5}" type="presParOf" srcId="{3573D30D-B071-4E6E-BAF8-F72FD329DA17}" destId="{25BBFEA0-947D-446B-8F03-4D92667461F0}" srcOrd="1" destOrd="0" presId="urn:microsoft.com/office/officeart/2018/2/layout/IconLabelList"/>
    <dgm:cxn modelId="{F7A4EF36-9D34-444E-AFA9-4CCA45A8A2D0}" type="presParOf" srcId="{3573D30D-B071-4E6E-BAF8-F72FD329DA17}" destId="{D59D4040-C4BA-4BD4-A494-2AF0995EE01A}" srcOrd="2" destOrd="0" presId="urn:microsoft.com/office/officeart/2018/2/layout/IconLabelList"/>
    <dgm:cxn modelId="{AFB36F0B-4E14-475F-B2D5-CEACF0BA9DF7}" type="presParOf" srcId="{4A793F10-C007-436A-ACAC-BB736EA1F33A}" destId="{63573883-679E-4F62-B0DC-E8CDFC3F8443}" srcOrd="7" destOrd="0" presId="urn:microsoft.com/office/officeart/2018/2/layout/IconLabelList"/>
    <dgm:cxn modelId="{450D33EF-208D-475A-859E-37595436625C}" type="presParOf" srcId="{4A793F10-C007-436A-ACAC-BB736EA1F33A}" destId="{020958CF-C635-4093-8795-290EDACDE264}" srcOrd="8" destOrd="0" presId="urn:microsoft.com/office/officeart/2018/2/layout/IconLabelList"/>
    <dgm:cxn modelId="{1E18457D-5372-40AB-ADE3-DA7257B68149}" type="presParOf" srcId="{020958CF-C635-4093-8795-290EDACDE264}" destId="{BB41F43C-9820-495B-9793-62EF8EEC9DD6}" srcOrd="0" destOrd="0" presId="urn:microsoft.com/office/officeart/2018/2/layout/IconLabelList"/>
    <dgm:cxn modelId="{451BEC47-1C63-4221-81CE-5222C3CCF02D}" type="presParOf" srcId="{020958CF-C635-4093-8795-290EDACDE264}" destId="{612451F7-3C9D-4C93-8C6C-2397994095DD}" srcOrd="1" destOrd="0" presId="urn:microsoft.com/office/officeart/2018/2/layout/IconLabelList"/>
    <dgm:cxn modelId="{D7725C45-7F65-41AF-B2AC-E63A21388F89}" type="presParOf" srcId="{020958CF-C635-4093-8795-290EDACDE264}" destId="{39A0FD78-1F36-4566-9FD2-7A7BAA21CA02}" srcOrd="2" destOrd="0" presId="urn:microsoft.com/office/officeart/2018/2/layout/IconLabelList"/>
    <dgm:cxn modelId="{EC39A538-DDC4-4065-89A6-06D26A4AB5ED}" type="presParOf" srcId="{4A793F10-C007-436A-ACAC-BB736EA1F33A}" destId="{2DCA7C17-AC51-49F4-9FC2-8A5A56C461A9}" srcOrd="9" destOrd="0" presId="urn:microsoft.com/office/officeart/2018/2/layout/IconLabelList"/>
    <dgm:cxn modelId="{18A63CE2-30A9-4DFA-868E-E55B7B958275}" type="presParOf" srcId="{4A793F10-C007-436A-ACAC-BB736EA1F33A}" destId="{989139F8-5338-4ACE-B4EE-04E291F43CCB}" srcOrd="10" destOrd="0" presId="urn:microsoft.com/office/officeart/2018/2/layout/IconLabelList"/>
    <dgm:cxn modelId="{F0EEFB0E-DD75-427E-82B6-16A1AA232D0B}" type="presParOf" srcId="{989139F8-5338-4ACE-B4EE-04E291F43CCB}" destId="{807989D0-9BED-4E1A-92A6-37DBBA639E36}" srcOrd="0" destOrd="0" presId="urn:microsoft.com/office/officeart/2018/2/layout/IconLabelList"/>
    <dgm:cxn modelId="{B2210002-0BFF-46F3-9627-49D6555F3826}" type="presParOf" srcId="{989139F8-5338-4ACE-B4EE-04E291F43CCB}" destId="{01C96F2A-176D-43A8-96DB-70A75AC5C55D}" srcOrd="1" destOrd="0" presId="urn:microsoft.com/office/officeart/2018/2/layout/IconLabelList"/>
    <dgm:cxn modelId="{BFE1F27B-3EB2-4555-9C79-5C61AEC20F13}" type="presParOf" srcId="{989139F8-5338-4ACE-B4EE-04E291F43CCB}" destId="{473E1A99-48E3-4416-A923-85B4FD72CF3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02946-1CE0-41C2-8076-0348F64ECB64}">
      <dsp:nvSpPr>
        <dsp:cNvPr id="0" name=""/>
        <dsp:cNvSpPr/>
      </dsp:nvSpPr>
      <dsp:spPr>
        <a:xfrm>
          <a:off x="438504" y="111488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C2D34-19D4-4F92-9443-68A9F9A46657}">
      <dsp:nvSpPr>
        <dsp:cNvPr id="0" name=""/>
        <dsp:cNvSpPr/>
      </dsp:nvSpPr>
      <dsp:spPr>
        <a:xfrm>
          <a:off x="1512" y="2124486"/>
          <a:ext cx="1589062" cy="95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Pessoa:</a:t>
          </a:r>
          <a:endParaRPr lang="en-US" sz="1100" kern="1200"/>
        </a:p>
      </dsp:txBody>
      <dsp:txXfrm>
        <a:off x="1512" y="2124486"/>
        <a:ext cx="1589062" cy="953437"/>
      </dsp:txXfrm>
    </dsp:sp>
    <dsp:sp modelId="{4BBFD69C-33E6-4587-980F-1E04BF10ECBE}">
      <dsp:nvSpPr>
        <dsp:cNvPr id="0" name=""/>
        <dsp:cNvSpPr/>
      </dsp:nvSpPr>
      <dsp:spPr>
        <a:xfrm>
          <a:off x="2305652" y="111488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A6409-2302-4685-8C06-05ED9410CA19}">
      <dsp:nvSpPr>
        <dsp:cNvPr id="0" name=""/>
        <dsp:cNvSpPr/>
      </dsp:nvSpPr>
      <dsp:spPr>
        <a:xfrm>
          <a:off x="1868660" y="2124486"/>
          <a:ext cx="1589062" cy="95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Quem </a:t>
          </a:r>
          <a:r>
            <a:rPr lang="pt-BR" sz="1100" b="1" kern="1200" dirty="0"/>
            <a:t>é:</a:t>
          </a:r>
          <a:r>
            <a:rPr lang="pt-BR" sz="1100" kern="1200" dirty="0"/>
            <a:t> A pessoa que utiliza os serviços da mecânica </a:t>
          </a:r>
          <a:r>
            <a:rPr lang="pt-BR" sz="1100" kern="1200" dirty="0" err="1"/>
            <a:t>CarMotors</a:t>
          </a:r>
          <a:r>
            <a:rPr lang="pt-BR" sz="1100" kern="1200" dirty="0"/>
            <a:t>.</a:t>
          </a:r>
          <a:br>
            <a:rPr lang="pt-BR" sz="1100" kern="1200" dirty="0"/>
          </a:br>
          <a:r>
            <a:rPr lang="pt-BR" sz="1100" b="1" kern="1200" dirty="0"/>
            <a:t>O que representa:</a:t>
          </a:r>
          <a:r>
            <a:rPr lang="pt-BR" sz="1100" kern="1200" dirty="0"/>
            <a:t> O responsável pelo veículo e pelo pagamento dos serviços.</a:t>
          </a:r>
          <a:endParaRPr lang="en-US" sz="1100" kern="1200" dirty="0"/>
        </a:p>
      </dsp:txBody>
      <dsp:txXfrm>
        <a:off x="1868660" y="2124486"/>
        <a:ext cx="1589062" cy="953437"/>
      </dsp:txXfrm>
    </dsp:sp>
    <dsp:sp modelId="{4BE366EC-172E-4159-8A38-A3EA69A931BF}">
      <dsp:nvSpPr>
        <dsp:cNvPr id="0" name=""/>
        <dsp:cNvSpPr/>
      </dsp:nvSpPr>
      <dsp:spPr>
        <a:xfrm>
          <a:off x="4172801" y="111488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F14A3-CB4A-404A-889B-5F3839C20D7F}">
      <dsp:nvSpPr>
        <dsp:cNvPr id="0" name=""/>
        <dsp:cNvSpPr/>
      </dsp:nvSpPr>
      <dsp:spPr>
        <a:xfrm>
          <a:off x="3735809" y="2124486"/>
          <a:ext cx="1589062" cy="95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Item</a:t>
          </a:r>
          <a:r>
            <a:rPr lang="en-US" sz="1100" kern="1200"/>
            <a:t>:</a:t>
          </a:r>
        </a:p>
      </dsp:txBody>
      <dsp:txXfrm>
        <a:off x="3735809" y="2124486"/>
        <a:ext cx="1589062" cy="953437"/>
      </dsp:txXfrm>
    </dsp:sp>
    <dsp:sp modelId="{F2B08972-1E3F-46AA-9429-330783FF6D14}">
      <dsp:nvSpPr>
        <dsp:cNvPr id="0" name=""/>
        <dsp:cNvSpPr/>
      </dsp:nvSpPr>
      <dsp:spPr>
        <a:xfrm>
          <a:off x="6039949" y="111488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D4040-C4BA-4BD4-A494-2AF0995EE01A}">
      <dsp:nvSpPr>
        <dsp:cNvPr id="0" name=""/>
        <dsp:cNvSpPr/>
      </dsp:nvSpPr>
      <dsp:spPr>
        <a:xfrm>
          <a:off x="5602957" y="2124486"/>
          <a:ext cx="1589062" cy="95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O que é:</a:t>
          </a:r>
          <a:r>
            <a:rPr lang="pt-BR" sz="1100" kern="1200"/>
            <a:t> Um objeto ou recurso utilizado pela oficina.</a:t>
          </a:r>
          <a:br>
            <a:rPr lang="pt-BR" sz="1100" kern="1200"/>
          </a:br>
          <a:r>
            <a:rPr lang="pt-BR" sz="1100" b="1" kern="1200"/>
            <a:t>O que representa:</a:t>
          </a:r>
          <a:r>
            <a:rPr lang="pt-BR" sz="1100" kern="1200"/>
            <a:t> Uma peça, produto ou serviço que pode ser usado ou registrado no sistema.</a:t>
          </a:r>
          <a:endParaRPr lang="en-US" sz="1100" kern="1200"/>
        </a:p>
      </dsp:txBody>
      <dsp:txXfrm>
        <a:off x="5602957" y="2124486"/>
        <a:ext cx="1589062" cy="953437"/>
      </dsp:txXfrm>
    </dsp:sp>
    <dsp:sp modelId="{BB41F43C-9820-495B-9793-62EF8EEC9DD6}">
      <dsp:nvSpPr>
        <dsp:cNvPr id="0" name=""/>
        <dsp:cNvSpPr/>
      </dsp:nvSpPr>
      <dsp:spPr>
        <a:xfrm>
          <a:off x="7907098" y="111488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0FD78-1F36-4566-9FD2-7A7BAA21CA02}">
      <dsp:nvSpPr>
        <dsp:cNvPr id="0" name=""/>
        <dsp:cNvSpPr/>
      </dsp:nvSpPr>
      <dsp:spPr>
        <a:xfrm>
          <a:off x="7470105" y="2124486"/>
          <a:ext cx="1589062" cy="95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Registro: </a:t>
          </a:r>
          <a:endParaRPr lang="en-US" sz="1100" kern="1200"/>
        </a:p>
      </dsp:txBody>
      <dsp:txXfrm>
        <a:off x="7470105" y="2124486"/>
        <a:ext cx="1589062" cy="953437"/>
      </dsp:txXfrm>
    </dsp:sp>
    <dsp:sp modelId="{807989D0-9BED-4E1A-92A6-37DBBA639E36}">
      <dsp:nvSpPr>
        <dsp:cNvPr id="0" name=""/>
        <dsp:cNvSpPr/>
      </dsp:nvSpPr>
      <dsp:spPr>
        <a:xfrm>
          <a:off x="9774246" y="111488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3E1A99-48E3-4416-A923-85B4FD72CF34}">
      <dsp:nvSpPr>
        <dsp:cNvPr id="0" name=""/>
        <dsp:cNvSpPr/>
      </dsp:nvSpPr>
      <dsp:spPr>
        <a:xfrm>
          <a:off x="9337254" y="2124486"/>
          <a:ext cx="1589062" cy="95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O que é:</a:t>
          </a:r>
          <a:r>
            <a:rPr lang="pt-BR" sz="1100" kern="1200"/>
            <a:t> Uma informação armazenada no sistema.</a:t>
          </a:r>
          <a:br>
            <a:rPr lang="pt-BR" sz="1100" kern="1200"/>
          </a:br>
          <a:r>
            <a:rPr lang="pt-BR" sz="1100" b="1" kern="1200"/>
            <a:t>O que representa:</a:t>
          </a:r>
          <a:r>
            <a:rPr lang="pt-BR" sz="1100" kern="1200"/>
            <a:t> Um dado específico cadastrado, como um cliente, um veículo ou uma ordem de serviço.</a:t>
          </a:r>
          <a:endParaRPr lang="en-US" sz="1100" kern="1200"/>
        </a:p>
      </dsp:txBody>
      <dsp:txXfrm>
        <a:off x="9337254" y="2124486"/>
        <a:ext cx="1589062" cy="953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6798-C93F-40F4-9087-229740BD2D6F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F04DF-6BF7-439F-B039-1DA551C7D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08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1CE59-DF04-E40A-EE5F-838075F15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F26EC-8E41-A274-3867-9FC038323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DBA1B-C238-D09B-A749-FA924082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1D8B6E-8FBA-EB5E-D499-9EC980FE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525E0D-9BFB-A8FB-8D35-92AA65C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68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A11AD-B451-8AEB-BAAD-3B3BCB60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64230-9F5B-C6F3-2E73-FCB780F00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E0EE7-863B-0810-12A8-65791E7B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024913-97E5-ED50-87B9-C7146C31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FFD4-55E6-84AE-85A5-465574EA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6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50F6A-6A43-EC2A-55E5-4C2F1854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FDFC1-76B1-7D66-F58A-B8C88BCB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26ED7-D9CA-8B87-B1BE-B3DB1D9D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445567-EFC3-B23D-F8B2-2BB802E8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51AA8-CA28-E435-E50E-6FD3A989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50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274CF-A11C-9922-BECB-77F27512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15EB6-DE8A-3B5F-532B-D5DC569C6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03DCC-24F2-0F07-8D68-23C35FAB1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C157F-B40B-B147-0F9C-FC1D59AB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F290EC-7CC4-B70A-9D50-1DEBDD87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75A1A-3F87-FC98-DE51-1432F28C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49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C4C0E-2A51-6911-E34A-F48B1DC3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5207AA-40E5-6BC8-1947-EEDE0AFFA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208C6C-8701-DBF0-4B18-5B340F79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EE8BEF-0566-3456-A9E7-FB18F37EF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A8995-1796-F912-7861-8CF036B1A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33956A-721A-33D4-2565-95DC3667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9D9BC9-DC60-76C0-1F70-8A2DF05F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2DAFE2-9E03-7580-2837-638FECA5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5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58895-54BC-7ADA-3082-87717FB2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479FCE-382B-C946-386F-7FD2B5EF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416E23-F292-172A-D007-9BACC30B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C8923A-C0AC-A89D-337F-93FBB879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35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E3DC9D-3153-EB1F-FA49-B8C97A08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C8080-AD17-1243-8693-7263C74A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E948B4-D16E-852B-135D-1ADF4E2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21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A82FE-C288-F7BF-5A53-D229C038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0AD99-550F-390C-A55F-73AB212E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D2D1E8-6FBB-6292-F265-B8CF9DC78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36A624-61AC-EE0F-BA91-72868AE4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BBFF98-5A86-FC92-5D80-73F59DCF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5440F0-82AE-7BD5-F38C-0ED2512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87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A8D6D-6C25-A75E-25A7-C3D0A2C2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C39273-FE12-430E-F935-BBBCBD524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9A0CB7-E3F5-E3BB-72C8-67C17ADC9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DDA2C-A973-1446-C1B0-472795BA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435825-38E5-F1FD-93F5-B248FA28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5849AB-87E7-A5DE-A5AF-2BA7D129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10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D0CBE-1D21-B20B-264C-A61A06D1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EF531B-5101-7595-01E1-63D3E701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0D74B-AEC7-9C8C-EF73-CAC3FC39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42F73-CDF8-A4C9-2DC7-0897D883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E8B109-B589-DC46-B482-D010712C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E8B553-75A6-FAFF-2456-1AA02CBC8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D6C5B5-D42F-83F2-C0A9-FC9BB7AA9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D20A4-5E29-C6F8-F0D7-DFD14654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E49B7D-2893-5520-0011-96978DFE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A251A6-F5ED-C983-E58F-AAD6184E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51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03DF62-F9EC-ACE9-7451-A1125AF7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E8EED1-AC1F-40C4-94A1-4C834C41B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144D2-B696-24D1-A185-38484A291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1B27E-E937-640B-A248-32059592F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EE172-9A53-1413-0C3D-A79EB959C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70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1E4C3B-42A8-809F-BC4B-03E53591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Banco de Dados da </a:t>
            </a:r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mpresa 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CarMotors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1CA0CD-84FD-2105-7A50-2F302F471B47}"/>
              </a:ext>
            </a:extLst>
          </p:cNvPr>
          <p:cNvSpPr txBox="1"/>
          <p:nvPr/>
        </p:nvSpPr>
        <p:spPr>
          <a:xfrm>
            <a:off x="1931874" y="4797188"/>
            <a:ext cx="6051236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iguel S. Oliveira</a:t>
            </a: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7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3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3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37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39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1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3A2B56-1900-20BF-5AB9-5A677077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03" y="1201002"/>
            <a:ext cx="7208197" cy="2779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CarRegis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8C8E59-FB0F-5A80-C4AC-8538B6CEF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803" y="4940490"/>
            <a:ext cx="7208197" cy="12651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CarRegis</a:t>
            </a: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é um sistema da </a:t>
            </a:r>
            <a:r>
              <a:rPr lang="en-US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CarMotors</a:t>
            </a: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que gerencia o cadastro, histórico de serviços e manutenção de veículos de forma rápida e organizada</a:t>
            </a:r>
          </a:p>
        </p:txBody>
      </p:sp>
      <p:sp>
        <p:nvSpPr>
          <p:cNvPr id="51" name="Rectangle 43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58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EBB52B-94F0-2FF9-F537-F8C23DE9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As entidades</a:t>
            </a:r>
            <a:endParaRPr lang="pt-BR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4A31160-0440-3C9C-A6DB-ED1CAFB32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41263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25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4F4FD-E36A-76DD-48A5-A535C23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98C204-5479-FFC4-30C5-95727502C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 dirty="0">
                <a:solidFill>
                  <a:srgbClr val="FFFFFF"/>
                </a:solidFill>
              </a:rPr>
              <a:t>UPDATE: </a:t>
            </a:r>
            <a:r>
              <a:rPr lang="pt-BR" sz="3700" b="1" dirty="0">
                <a:solidFill>
                  <a:srgbClr val="FFFFFF"/>
                </a:solidFill>
              </a:rPr>
              <a:t>coloquei o valor errado  do serviço como arrumar com UPDATE</a:t>
            </a:r>
          </a:p>
        </p:txBody>
      </p:sp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11E51343-9EEA-E0FE-0549-E4A3D52F9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/>
              <a:t>Comando SQL: </a:t>
            </a:r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r>
              <a:rPr lang="en-US" sz="2000"/>
              <a:t>UPDATE item</a:t>
            </a:r>
          </a:p>
          <a:p>
            <a:pPr marL="0" indent="0">
              <a:buNone/>
            </a:pPr>
            <a:r>
              <a:rPr lang="en-US" sz="2000"/>
              <a:t>SET valor = 180.00</a:t>
            </a:r>
          </a:p>
          <a:p>
            <a:pPr marL="0" indent="0">
              <a:buNone/>
            </a:pPr>
            <a:r>
              <a:rPr lang="en-US" sz="2000"/>
              <a:t>WHERE id_item = 1;</a:t>
            </a: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r>
              <a:rPr lang="pt-BR" sz="2000"/>
              <a:t>O que mudou no banco depois de executar: o valor que estava errado de R$150,00 foi </a:t>
            </a:r>
          </a:p>
          <a:p>
            <a:pPr marL="0" indent="0">
              <a:buNone/>
            </a:pPr>
            <a:r>
              <a:rPr lang="pt-BR" sz="2000"/>
              <a:t>Para os R$180.00 que seria o valor correto</a:t>
            </a:r>
          </a:p>
        </p:txBody>
      </p:sp>
    </p:spTree>
    <p:extLst>
      <p:ext uri="{BB962C8B-B14F-4D97-AF65-F5344CB8AC3E}">
        <p14:creationId xmlns:p14="http://schemas.microsoft.com/office/powerpoint/2010/main" val="29241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EA998-7B05-8A75-3BDF-42E9A65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9FB598-BE0D-7261-47FB-CDA44BEF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400" b="1">
                <a:solidFill>
                  <a:srgbClr val="FFFFFF"/>
                </a:solidFill>
              </a:rPr>
              <a:t>DELETE: </a:t>
            </a:r>
            <a:r>
              <a:rPr lang="pt-BR" sz="3400" b="1">
                <a:solidFill>
                  <a:srgbClr val="FFFFFF"/>
                </a:solidFill>
              </a:rPr>
              <a:t>um cliente arrumou uma briga aqui na minha oficina como deletar ele nos registros usando DELETE</a:t>
            </a:r>
            <a:endParaRPr lang="pt-BR" sz="3400" b="1" dirty="0">
              <a:solidFill>
                <a:srgbClr val="FFFFFF"/>
              </a:solidFill>
            </a:endParaRPr>
          </a:p>
        </p:txBody>
      </p:sp>
      <p:sp>
        <p:nvSpPr>
          <p:cNvPr id="32" name="Espaço Reservado para Conteúdo 2">
            <a:extLst>
              <a:ext uri="{FF2B5EF4-FFF2-40B4-BE49-F238E27FC236}">
                <a16:creationId xmlns:a16="http://schemas.microsoft.com/office/drawing/2014/main" id="{78FB6C7D-CC3A-E8B9-7054-F0942892E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900"/>
              <a:t>Comando SQL: </a:t>
            </a:r>
          </a:p>
          <a:p>
            <a:pPr marL="0" indent="0">
              <a:buNone/>
            </a:pPr>
            <a:r>
              <a:rPr lang="pt-BR" sz="1900"/>
              <a:t>START TRANSACTION;</a:t>
            </a:r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r>
              <a:rPr lang="pt-BR" sz="1900"/>
              <a:t>DELETE FROM registro</a:t>
            </a:r>
          </a:p>
          <a:p>
            <a:pPr marL="0" indent="0">
              <a:buNone/>
            </a:pPr>
            <a:r>
              <a:rPr lang="pt-BR" sz="1900"/>
              <a:t>WHERE id_pessoa = 3;</a:t>
            </a:r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r>
              <a:rPr lang="pt-BR" sz="1900"/>
              <a:t>DELETE FROM pessoa</a:t>
            </a:r>
          </a:p>
          <a:p>
            <a:pPr marL="0" indent="0">
              <a:buNone/>
            </a:pPr>
            <a:r>
              <a:rPr lang="pt-BR" sz="1900"/>
              <a:t>WHERE id_pessoa = 3;</a:t>
            </a:r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r>
              <a:rPr lang="pt-BR" sz="1900"/>
              <a:t>COMMIT;</a:t>
            </a:r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r>
              <a:rPr lang="pt-BR" sz="1900"/>
              <a:t>O que foi removido e por quê fazia sentido remover: Rafael augusto foi removi dos clientes</a:t>
            </a:r>
          </a:p>
          <a:p>
            <a:pPr marL="0" indent="0">
              <a:buNone/>
            </a:pPr>
            <a:r>
              <a:rPr lang="pt-BR" sz="1900"/>
              <a:t> e dos registros pois acabou arrumando uma briga com as pessoas aqui da oficina</a:t>
            </a:r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endParaRPr lang="pt-BR" sz="1900"/>
          </a:p>
          <a:p>
            <a:pPr marL="0" indent="0">
              <a:buNone/>
            </a:pPr>
            <a:endParaRPr lang="pt-BR" sz="1900"/>
          </a:p>
        </p:txBody>
      </p:sp>
    </p:spTree>
    <p:extLst>
      <p:ext uri="{BB962C8B-B14F-4D97-AF65-F5344CB8AC3E}">
        <p14:creationId xmlns:p14="http://schemas.microsoft.com/office/powerpoint/2010/main" val="33813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6F7F6-9ECD-8397-6859-3AA683DA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4D774D-10BD-BD47-7560-603D71483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100" b="1">
                <a:solidFill>
                  <a:srgbClr val="FFFFFF"/>
                </a:solidFill>
              </a:rPr>
              <a:t>ALTER TABLE: </a:t>
            </a:r>
            <a:r>
              <a:rPr lang="pt-BR" sz="3100" b="1">
                <a:solidFill>
                  <a:srgbClr val="FFFFFF"/>
                </a:solidFill>
              </a:rPr>
              <a:t>um cliente acabou perdendo o email como eu posso alterar o email usando ALTER TABLE</a:t>
            </a:r>
            <a:endParaRPr lang="pt-BR" sz="3100" b="1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D7F99-C1F2-3104-F02D-5811778C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/>
              <a:t>Comando SQL: </a:t>
            </a:r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r>
              <a:rPr lang="pt-BR" sz="2000"/>
              <a:t>ALTER TABLE pessoa</a:t>
            </a:r>
          </a:p>
          <a:p>
            <a:pPr marL="0" indent="0">
              <a:buNone/>
            </a:pPr>
            <a:r>
              <a:rPr lang="pt-BR" sz="2000"/>
              <a:t>ALTER email SET DEFAULT 'mariana.ferreira@email.com';</a:t>
            </a:r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r>
              <a:rPr lang="pt-BR" sz="2000"/>
              <a:t>Que necessidade do sistema motivou essa mudança na estrutura: a pessoa que era dono desse email acabou perdendo ele, então nos pediu para alterar ele </a:t>
            </a:r>
          </a:p>
        </p:txBody>
      </p:sp>
    </p:spTree>
    <p:extLst>
      <p:ext uri="{BB962C8B-B14F-4D97-AF65-F5344CB8AC3E}">
        <p14:creationId xmlns:p14="http://schemas.microsoft.com/office/powerpoint/2010/main" val="553678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AB16C-1CA3-C384-143E-354B4F9E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B92F934-7B04-7BA4-6ECD-620852E0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Como foi trabalhar com a IA?</a:t>
            </a:r>
            <a:endParaRPr lang="pt-BR" sz="3600" b="1">
              <a:solidFill>
                <a:schemeClr val="tx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84FAC-F20B-9D83-9E52-2E8A4B1FA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pt-BR" sz="1800">
                <a:solidFill>
                  <a:schemeClr val="tx2"/>
                </a:solidFill>
              </a:rPr>
              <a:t>O que você pediu para IA?</a:t>
            </a:r>
          </a:p>
          <a:p>
            <a:pPr marL="0" indent="0">
              <a:buNone/>
            </a:pPr>
            <a:r>
              <a:rPr lang="pt-BR" sz="1800">
                <a:solidFill>
                  <a:schemeClr val="tx2"/>
                </a:solidFill>
              </a:rPr>
              <a:t>Para criar os valores das entidades, e a função de cada entidade.</a:t>
            </a:r>
          </a:p>
          <a:p>
            <a:pPr marL="0" indent="0">
              <a:buNone/>
            </a:pPr>
            <a:endParaRPr lang="pt-BR" sz="1800">
              <a:solidFill>
                <a:schemeClr val="tx2"/>
              </a:solidFill>
            </a:endParaRPr>
          </a:p>
          <a:p>
            <a:r>
              <a:rPr lang="pt-BR" sz="1800">
                <a:solidFill>
                  <a:schemeClr val="tx2"/>
                </a:solidFill>
              </a:rPr>
              <a:t>O que ela gerou?</a:t>
            </a:r>
          </a:p>
          <a:p>
            <a:pPr marL="0" indent="0">
              <a:buNone/>
            </a:pPr>
            <a:r>
              <a:rPr lang="pt-BR" sz="1800">
                <a:solidFill>
                  <a:schemeClr val="tx2"/>
                </a:solidFill>
              </a:rPr>
              <a:t>Os valores dos clientes e itens e registros.</a:t>
            </a:r>
          </a:p>
          <a:p>
            <a:pPr marL="0" indent="0">
              <a:buNone/>
            </a:pPr>
            <a:endParaRPr lang="pt-BR" sz="1800">
              <a:solidFill>
                <a:schemeClr val="tx2"/>
              </a:solidFill>
            </a:endParaRPr>
          </a:p>
          <a:p>
            <a:r>
              <a:rPr lang="pt-BR" sz="1800">
                <a:solidFill>
                  <a:schemeClr val="tx2"/>
                </a:solidFill>
              </a:rPr>
              <a:t>O que você precisou ajustar ou corrigir? </a:t>
            </a:r>
          </a:p>
          <a:p>
            <a:pPr marL="0" indent="0">
              <a:buNone/>
            </a:pPr>
            <a:r>
              <a:rPr lang="pt-BR" sz="1800">
                <a:solidFill>
                  <a:schemeClr val="tx2"/>
                </a:solidFill>
              </a:rPr>
              <a:t>Precisei ajustar algumas perguntas.</a:t>
            </a:r>
          </a:p>
          <a:p>
            <a:pPr marL="0" indent="0">
              <a:buNone/>
            </a:pPr>
            <a:endParaRPr lang="pt-BR" sz="1800">
              <a:solidFill>
                <a:schemeClr val="tx2"/>
              </a:solidFill>
            </a:endParaRPr>
          </a:p>
          <a:p>
            <a:r>
              <a:rPr lang="pt-BR" sz="1800">
                <a:solidFill>
                  <a:schemeClr val="tx2"/>
                </a:solidFill>
              </a:rPr>
              <a:t>O que a IA não conseguiu fazer sozinha?</a:t>
            </a:r>
          </a:p>
          <a:p>
            <a:pPr marL="0" indent="0">
              <a:buNone/>
            </a:pPr>
            <a:r>
              <a:rPr lang="pt-BR" sz="1800">
                <a:solidFill>
                  <a:schemeClr val="tx2"/>
                </a:solidFill>
              </a:rPr>
              <a:t>Na parte das entidades ela não estava entendo bem mais pode ser por causa da pergunta também.</a:t>
            </a:r>
          </a:p>
        </p:txBody>
      </p:sp>
    </p:spTree>
    <p:extLst>
      <p:ext uri="{BB962C8B-B14F-4D97-AF65-F5344CB8AC3E}">
        <p14:creationId xmlns:p14="http://schemas.microsoft.com/office/powerpoint/2010/main" val="2531769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MInhaPaleta">
      <a:dk1>
        <a:srgbClr val="954F72"/>
      </a:dk1>
      <a:lt1>
        <a:srgbClr val="FFFFFF"/>
      </a:lt1>
      <a:dk2>
        <a:srgbClr val="0029FF"/>
      </a:dk2>
      <a:lt2>
        <a:srgbClr val="F7E9DE"/>
      </a:lt2>
      <a:accent1>
        <a:srgbClr val="0029FF"/>
      </a:accent1>
      <a:accent2>
        <a:srgbClr val="FE470A"/>
      </a:accent2>
      <a:accent3>
        <a:srgbClr val="CFDD2F"/>
      </a:accent3>
      <a:accent4>
        <a:srgbClr val="FF82A9"/>
      </a:accent4>
      <a:accent5>
        <a:srgbClr val="EA631B"/>
      </a:accent5>
      <a:accent6>
        <a:srgbClr val="FFB51F"/>
      </a:accent6>
      <a:hlink>
        <a:srgbClr val="A6171C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69181c0-82b5-4bc1-a120-5b367f1db7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57B6F091042246BF7FDD3A0345BE04" ma:contentTypeVersion="4" ma:contentTypeDescription="Create a new document." ma:contentTypeScope="" ma:versionID="2071f8a0e772f38bbaef40fd0a7cf9c7">
  <xsd:schema xmlns:xsd="http://www.w3.org/2001/XMLSchema" xmlns:xs="http://www.w3.org/2001/XMLSchema" xmlns:p="http://schemas.microsoft.com/office/2006/metadata/properties" xmlns:ns2="869181c0-82b5-4bc1-a120-5b367f1db79a" targetNamespace="http://schemas.microsoft.com/office/2006/metadata/properties" ma:root="true" ma:fieldsID="353d6dd9319aa7b46bde7e61034f9181" ns2:_="">
    <xsd:import namespace="869181c0-82b5-4bc1-a120-5b367f1db79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9181c0-82b5-4bc1-a120-5b367f1db79a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C63972-6901-481D-8F9A-F9C5AC166C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761E8F-081F-457A-AAA8-BF1DE60D6F53}">
  <ds:schemaRefs>
    <ds:schemaRef ds:uri="http://schemas.microsoft.com/office/2006/metadata/properties"/>
    <ds:schemaRef ds:uri="http://schemas.microsoft.com/office/infopath/2007/PartnerControls"/>
    <ds:schemaRef ds:uri="869181c0-82b5-4bc1-a120-5b367f1db79a"/>
  </ds:schemaRefs>
</ds:datastoreItem>
</file>

<file path=customXml/itemProps3.xml><?xml version="1.0" encoding="utf-8"?>
<ds:datastoreItem xmlns:ds="http://schemas.openxmlformats.org/officeDocument/2006/customXml" ds:itemID="{EA7F7A91-E6DF-4F97-AFB8-1C67E6A0C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9181c0-82b5-4bc1-a120-5b367f1db7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416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O Banco de Dados da Empresa  CarMotors</vt:lpstr>
      <vt:lpstr>CarRegis</vt:lpstr>
      <vt:lpstr>As entidades</vt:lpstr>
      <vt:lpstr>UPDATE: coloquei o valor errado  do serviço como arrumar com UPDATE</vt:lpstr>
      <vt:lpstr>DELETE: um cliente arrumou uma briga aqui na minha oficina como deletar ele nos registros usando DELETE</vt:lpstr>
      <vt:lpstr>ALTER TABLE: um cliente acabou perdendo o email como eu posso alterar o email usando ALTER TABLE</vt:lpstr>
      <vt:lpstr>Como foi trabalhar com a IA?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Feijó Mascheti</dc:creator>
  <cp:lastModifiedBy>MIGUEL SANTOS DE OLIVEIRA</cp:lastModifiedBy>
  <cp:revision>2</cp:revision>
  <dcterms:created xsi:type="dcterms:W3CDTF">2026-05-03T22:21:04Z</dcterms:created>
  <dcterms:modified xsi:type="dcterms:W3CDTF">2026-06-29T14:42:52Z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0x0101000957B6F091042246BF7FDD3A0345BE04</vt:lpwstr>
  </property>
</Properties>
</file>